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One Formula, Every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Executive overview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Presentation roadmap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Andrometocs mission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Why closed-form matters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Classical Mathematics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Nicomachus &amp; Faulhaber lineage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Cubic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Core AP[N-D³] formula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Equivalent 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First/last number identity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Geometric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Dimension encoded by X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4×4×4×4 example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Midpoint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Midpoint symmetry M=(F+L)/2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Power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D²–D⁶ pattern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Master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General power d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Moment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μ₂, μ₄, μ₆...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Validation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Machine verification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O(1) evaluation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Growth vs Brute 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Constant vs exponential work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Space Difference 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Spacing multiplier sᵈ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OMNIBAL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Generalized framework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Computational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Voxel grids &amp; indexing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Space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Deterministic addressing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Simulation Grids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Scientific computing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Exact Arithmetic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Exact integer computation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Key achievements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Honest scientific framing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Journal extensions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Publication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Next milestones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Andrometocs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Global R&amp;D vision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Major takeaways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Thank audience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00000"/>
          </a:xfrm>
          <a:prstGeom prst="rect">
            <a:avLst/>
          </a:prstGeom>
          <a:solidFill>
            <a:srgbClr val="193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Questions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Professional research layout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Crystal blue theme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Suitable for conferences and publications</a:t>
            </a:r>
          </a:p>
          <a:p>
            <a:pPr>
              <a:defRPr sz="1800">
                <a:solidFill>
                  <a:srgbClr val="E6F0FF"/>
                </a:solidFill>
              </a:defRPr>
            </a:pPr>
            <a:r>
              <a:t>• Andrometocs branding</a:t>
            </a:r>
          </a:p>
        </p:txBody>
      </p:sp>
      <p:pic>
        <p:nvPicPr>
          <p:cNvPr id="5" name="Picture 4" descr="16306692598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09728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C8E6"/>
                </a:solidFill>
              </a:defRPr>
            </a:pPr>
            <a:r>
              <a:t>Andrometocs Research | Slide 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