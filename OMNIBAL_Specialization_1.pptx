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OMNIBAL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Omnidimensional Balance Formula — AP Series (OBF-AP)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general formula to any specific power, any dimension, any spacing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&amp; machine-verified:  power 50  ·  100-dimensional  ·  spacing 7  ·  start 782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Kanniappan   ·   Formulas with Space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formula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1600" b="1" baseline="30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X · Σ  C(d, 2m) · M</a:t>
            </a:r>
            <a:pPr algn="ctr" indent="0" marL="0">
              <a:buNone/>
            </a:pPr>
            <a:r>
              <a:rPr lang="en-US" sz="1500" baseline="30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d−2m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s</a:t>
            </a:r>
            <a:pPr algn="ctr" indent="0" marL="0">
              <a:buNone/>
            </a:pPr>
            <a:r>
              <a:rPr lang="en-US" sz="1500" baseline="30000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μ</a:t>
            </a:r>
            <a:pPr algn="ctr" indent="0" marL="0">
              <a:buNone/>
            </a:pPr>
            <a:r>
              <a:rPr lang="en-US" sz="1500" baseline="-40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4871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m = 0 to ⌊d/2⌋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918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C(d, 2m)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329184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Pascal's triangle, row d, even positions — the coefficients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005072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0507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M^(d−2m)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4005072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of the midpoint M = (F+L)/2 — where the sequence is centred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718304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1830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s^2m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471830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dressing — glued to each moment block, one factor per 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431536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43153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μ₂ₘ(X)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66160" y="5431536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blocks — depend only on the term count X, which carries dimension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 →  your specific case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three knobs; the formula's shape never grows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power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runs m = 0…25 → exactly 26 terms. Pascal row 50, even positions.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dimension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8848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2¹⁰⁰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2852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axes, 2 nodes each, collapse into ONE 31-digit integer. Dimension enters only 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spacing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0456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0456" y="2852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μ₂ₘ dressed with 7²ᵐ — from 7² on μ₂ up to 7⁵⁰ on μ₅₀.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EEF4F8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245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1400" b="1" baseline="3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algn="ctr" indent="0" marL="0">
              <a:buNone/>
            </a:pPr>
            <a:r>
              <a:rPr lang="en-US" sz="2400" dirty="0">
                <a:solidFill>
                  <a:srgbClr val="0C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X · Σ</a:t>
            </a:r>
            <a:pPr algn="ctr" indent="0" marL="0">
              <a:buNone/>
            </a:pPr>
            <a:r>
              <a:rPr lang="en-US" sz="1300" dirty="0">
                <a:solidFill>
                  <a:srgbClr val="6E8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(m=0..25) </a:t>
            </a:r>
            <a:pPr algn="ctr" indent="0" marL="0">
              <a:buNone/>
            </a:pPr>
            <a:r>
              <a:rPr lang="en-US" sz="2400" dirty="0">
                <a:solidFill>
                  <a:srgbClr val="0C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C(50, 2m) · M</a:t>
            </a:r>
            <a:pPr algn="ctr" indent="0" marL="0">
              <a:buNone/>
            </a:pPr>
            <a:r>
              <a:rPr lang="en-US" sz="1300" baseline="3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50−2m</a:t>
            </a:r>
            <a:pPr algn="ctr" indent="0" marL="0">
              <a:buNone/>
            </a:pPr>
            <a:r>
              <a:rPr lang="en-US" sz="2400" dirty="0">
                <a:solidFill>
                  <a:srgbClr val="0C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7</a:t>
            </a:r>
            <a:pPr algn="ctr" indent="0" marL="0">
              <a:buNone/>
            </a:pPr>
            <a:r>
              <a:rPr lang="en-US" sz="1300" baseline="30000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pPr algn="ctr" indent="0" marL="0">
              <a:buNone/>
            </a:pPr>
            <a:r>
              <a:rPr lang="en-US" sz="2400" dirty="0">
                <a:solidFill>
                  <a:srgbClr val="0C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μ</a:t>
            </a:r>
            <a:pPr algn="ctr" indent="0" marL="0">
              <a:buNone/>
            </a:pPr>
            <a:r>
              <a:rPr lang="en-US" sz="1300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pPr algn="ctr" indent="0" marL="0">
              <a:buNone/>
            </a:pPr>
            <a:r>
              <a:rPr lang="en-US" sz="2400" dirty="0">
                <a:solidFill>
                  <a:srgbClr val="0C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(2¹⁰⁰)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5138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F = 782,   L = 782 + (2¹⁰⁰−1)·7,   M = (782 + L)/2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 is 100, yet the formula is still 26 terms — the same shape as any other power-50 case.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then result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discipline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mechanism where brute force is possible, then apply it where it isn't.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50, s = 7, F = 782, X = 61.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vs term-by-term sum of all 61 fiftieth-powers:  </a:t>
            </a:r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155-digit match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at 100-D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1,576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digit exact integer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46520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631407463195053066509491173552…82715355476602650624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0.08 s  ·  26 terms  ·  zero rounding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general→specialized collapse doesn't depend on the size of X, the identity that holds at X = 61 holds at X = 2¹⁰⁰.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boundary:  OMNIBAL makes exact aggregation constant-cost in the number of terms — a verified computational fact. It is not a claim that a 1,576-digit number is meaningful for any particular application; that is a modeling question, not a mathematical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vs brute force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task: sum the 50th powers of all 2¹⁰⁰ ≈ 1.27 × 10³⁰ lattice terms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66160" y="1600200"/>
            <a:ext cx="2468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16002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33832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4768" y="160020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(10³⁰ additions)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0" y="160020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8048" y="160020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formula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402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2402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~10⁹ ops/s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24028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 × 10¹³ years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224028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224028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seconds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3017520" cy="777240"/>
          </a:xfrm>
          <a:prstGeom prst="rect">
            <a:avLst/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175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Exascale supercomputer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2468880" cy="777240"/>
          </a:xfrm>
          <a:prstGeom prst="rect">
            <a:avLst/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30175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~10¹⁸ ops/s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3383280" cy="777240"/>
          </a:xfrm>
          <a:prstGeom prst="rect">
            <a:avLst/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301752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~40,000 years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18320" y="3017520"/>
            <a:ext cx="2194560" cy="777240"/>
          </a:xfrm>
          <a:prstGeom prst="rect">
            <a:avLst/>
          </a:prstGeom>
          <a:solidFill>
            <a:srgbClr val="EEF4F8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301752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seconds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79476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66160" y="379476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379476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~10⁶ gate ops/s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379476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79476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 × 10¹⁶ years  (no summation speedup)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418320" y="379476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37947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seconds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doesn't win the hardware race — it makes the race irrelevant for this task. Dimension 100 costs exactly what dimension 3 does, because dimension only ever enters as the single number X. Quantum offers no speedup for exact summation; its honest role is being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formula (indexing qubit-code lattices), not running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2026-07-16T03:46:08Z</dcterms:created>
  <dcterms:modified xsi:type="dcterms:W3CDTF">2026-07-16T03:46:08Z</dcterms:modified>
</cp:coreProperties>
</file>