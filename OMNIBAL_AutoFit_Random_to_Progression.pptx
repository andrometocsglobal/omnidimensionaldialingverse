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· AUTOFIT ENGINE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640080" y="19659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random numbers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best-fit ladders</a:t>
            </a:r>
            <a:endParaRPr lang="en-US" sz="4600" dirty="0"/>
          </a:p>
        </p:txBody>
      </p:sp>
      <p:sp>
        <p:nvSpPr>
          <p:cNvPr id="74" name="Text 72"/>
          <p:cNvSpPr/>
          <p:nvPr/>
        </p:nvSpPr>
        <p:spPr>
          <a:xfrm>
            <a:off x="640080" y="4114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25 – 125 random numbers. The engine automatically finds which of them line up as arithmetic (AP), geometric (GP), or harmonic (HP) ladders — then solves each with one midpoint-balance formula.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Kumaran Kanniappan · Machine-verified · Stardate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 · ONE LINE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in → sorted ladders out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21945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GENERATE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685800" y="2834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25–125 random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3127248" y="26517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78" name="Shape 76"/>
          <p:cNvSpPr/>
          <p:nvPr/>
        </p:nvSpPr>
        <p:spPr>
          <a:xfrm>
            <a:off x="3364992" y="21945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 w="19050">
            <a:solidFill>
              <a:srgbClr val="6EC8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02152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C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SCORE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3502152" y="2834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run: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add? × ? flip?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5943600" y="26517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82" name="Shape 80"/>
          <p:cNvSpPr/>
          <p:nvPr/>
        </p:nvSpPr>
        <p:spPr>
          <a:xfrm>
            <a:off x="6181344" y="21945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 w="19050">
            <a:solidFill>
              <a:srgbClr val="7CFC9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18504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F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ASSIGN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6318504" y="2834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family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/ GP / HP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8759952" y="26517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86" name="Shape 84"/>
          <p:cNvSpPr/>
          <p:nvPr/>
        </p:nvSpPr>
        <p:spPr>
          <a:xfrm>
            <a:off x="8997696" y="21945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134856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SOLVE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9134856" y="2834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formula,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548640" y="43434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2A3475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never has to fit you — the engine finds the family that fits the number</a:t>
            </a:r>
            <a:endParaRPr lang="en-US" sz="1900" dirty="0"/>
          </a:p>
        </p:txBody>
      </p:sp>
      <p:sp>
        <p:nvSpPr>
          <p:cNvPr id="91" name="Text 89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labels, no setup. You hand it a messy bag of numbers; it hands back organized ladders plus a pile of honest “noise” it couldn’t fit.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BEST-FIT IS DECIDED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simple tests, run on every run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87452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651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8745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＋ AP  ·  ADD</a:t>
            </a:r>
            <a:endParaRPr lang="en-US" sz="2100" dirty="0"/>
          </a:p>
        </p:txBody>
      </p:sp>
      <p:sp>
        <p:nvSpPr>
          <p:cNvPr id="76" name="Text 74"/>
          <p:cNvSpPr/>
          <p:nvPr/>
        </p:nvSpPr>
        <p:spPr>
          <a:xfrm>
            <a:off x="3840480" y="18745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DIFFERENCE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315200" y="18745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− a stays the same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 19, 26, 33 … (+7)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548640" y="329184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6510">
            <a:solidFill>
              <a:srgbClr val="6EC8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2960" y="3291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EC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GP  ·  MULTIPLY</a:t>
            </a:r>
            <a:endParaRPr lang="en-US" sz="2100" dirty="0"/>
          </a:p>
        </p:txBody>
      </p:sp>
      <p:sp>
        <p:nvSpPr>
          <p:cNvPr id="80" name="Text 78"/>
          <p:cNvSpPr/>
          <p:nvPr/>
        </p:nvSpPr>
        <p:spPr>
          <a:xfrm>
            <a:off x="3840480" y="32918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RATIO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315200" y="32918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÷ a stays the same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6, 12, 24 … (×2)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48640" y="470916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6510">
            <a:solidFill>
              <a:srgbClr val="7CFC9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2960" y="4709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CF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 HP  ·  FLIP</a:t>
            </a:r>
            <a:endParaRPr lang="en-US" sz="2100" dirty="0"/>
          </a:p>
        </p:txBody>
      </p:sp>
      <p:sp>
        <p:nvSpPr>
          <p:cNvPr id="84" name="Text 82"/>
          <p:cNvSpPr/>
          <p:nvPr/>
        </p:nvSpPr>
        <p:spPr>
          <a:xfrm>
            <a:off x="3840480" y="47091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reciprocal step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315200" y="47091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1/a, 1/b, 1/c is an AP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 123, 246 … (flips line up)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is kept only if at least three numbers pass one test cleanly. Whatever passes the most/longest wins; ties go to the rarer signal (GP, then HP, then AP).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 · 100 RANDOM NUMBERS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ladders surface from the noise</a:t>
            </a:r>
            <a:endParaRPr lang="en-US" sz="3000" dirty="0"/>
          </a:p>
        </p:txBody>
      </p:sp>
      <p:pic>
        <p:nvPicPr>
          <p:cNvPr id="74" name="Image 0" descr="autofit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789920" cy="4937760"/>
          </a:xfrm>
          <a:prstGeom prst="rect">
            <a:avLst/>
          </a:prstGeom>
        </p:spPr>
      </p:pic>
      <p:sp>
        <p:nvSpPr>
          <p:cNvPr id="75" name="Text 72"/>
          <p:cNvSpPr/>
          <p:nvPr/>
        </p:nvSpPr>
        <p:spPr>
          <a:xfrm>
            <a:off x="685800" y="64465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= numbers that fit nothing. Colored chains = ladders the engine pulled out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BACK · 100 → SORTED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Auto-classified, nothing forced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6916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778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76" name="Text 74"/>
          <p:cNvSpPr/>
          <p:nvPr/>
        </p:nvSpPr>
        <p:spPr>
          <a:xfrm>
            <a:off x="548640" y="2487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ladders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3364992" y="16916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7780">
            <a:solidFill>
              <a:srgbClr val="6EC8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64992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C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79" name="Text 77"/>
          <p:cNvSpPr/>
          <p:nvPr/>
        </p:nvSpPr>
        <p:spPr>
          <a:xfrm>
            <a:off x="3364992" y="2487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ladders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6181344" y="16916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7780">
            <a:solidFill>
              <a:srgbClr val="7CFC9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81344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F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82" name="Text 80"/>
          <p:cNvSpPr/>
          <p:nvPr/>
        </p:nvSpPr>
        <p:spPr>
          <a:xfrm>
            <a:off x="6181344" y="2487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ladders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8997696" y="16916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7780">
            <a:solidFill>
              <a:srgbClr val="8892C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997696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892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800" dirty="0"/>
          </a:p>
        </p:txBody>
      </p:sp>
      <p:sp>
        <p:nvSpPr>
          <p:cNvPr id="85" name="Text 83"/>
          <p:cNvSpPr/>
          <p:nvPr/>
        </p:nvSpPr>
        <p:spPr>
          <a:xfrm>
            <a:off x="8997696" y="2487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(honest)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949440"/>
                <a:gridCol w="26791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recovered ladder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240, 245, 250, 255, 260, 265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EC8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3, 6, 12, 24, 48, 96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 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CFC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82, 123, 246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flips → +1/246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87" name="Text 84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of 100 numbers snapped into a ladder; the other 33 were left honestly unfitted. That balance is the point — the engine never fakes a pattern.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FORMULA FINISHES THE JOB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recovered ladder, solved exactly</a:t>
            </a:r>
            <a:endParaRPr lang="en-US" sz="3000" dirty="0"/>
          </a:p>
        </p:txBody>
      </p:sp>
      <p:sp>
        <p:nvSpPr>
          <p:cNvPr id="74" name="Shape 72"/>
          <p:cNvSpPr/>
          <p:nvPr/>
        </p:nvSpPr>
        <p:spPr>
          <a:xfrm>
            <a:off x="548640" y="182880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6510">
            <a:solidFill>
              <a:srgbClr val="FFC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" y="1938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＋ AP  240…265  (6 terms)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82296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252.5 · step 5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5486400" y="18288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Σk = 1,515   Σk² = 382,975   Σk³ = 96,922,125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48640" y="324612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6510">
            <a:solidFill>
              <a:srgbClr val="6EC8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296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C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GP  3…96  (6 terms)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822960" y="3904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(first×last)^(X/2) = 288³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486400" y="32461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= 23,887,872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548640" y="466344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6510">
            <a:solidFill>
              <a:srgbClr val="7CFC9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2960" y="47731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FC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 HP  82,123,246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822960" y="5321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3,2,1 over 246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5486400" y="46634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Σ1/k = 1/41 ≈ 0.024390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F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above reproduced by exact fraction arithmetic AND by the midpoint-balancing formula — they agree to the last digit.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SCALES · 25 → 125 NUMBERS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numbers, more ladders found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920240"/>
          <a:ext cx="9235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7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5" name="Text 72"/>
          <p:cNvSpPr/>
          <p:nvPr/>
        </p:nvSpPr>
        <p:spPr>
          <a:xfrm>
            <a:off x="1463040" y="539496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no re-tuning. Bigger bags simply contain more hidden ladders — the recovery grows with the pool, and the leftovers stay labelled as noise instead of being force-fitted.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6492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22576" y="12984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83864" y="19476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45152" y="25968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06440" y="32461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67728" y="389534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29016" y="4544568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90304" y="51937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8430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64922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3749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48256" y="1024128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9544" y="167335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32257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9718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3408" y="36210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54696" y="42702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491947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77272" y="55686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62179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10058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3936" y="7498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35224" y="13990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96512" y="204825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6974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3467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80376" y="399592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41664" y="46451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2952" y="52943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594360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659282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9616" y="4754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60904" y="112471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77393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23160"/>
            <a:ext cx="41148" cy="41148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07238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06056" y="37216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67344" y="437083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28632" y="502005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0" y="566928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" y="631850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25296" y="201168"/>
            <a:ext cx="41148" cy="41148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86584" y="8503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547872" y="14996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14884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70448" y="27980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4472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096512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4312" y="4745736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539496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676888" y="604418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" y="669340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112264" y="5760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273552" y="1225296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87452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96128" y="2523744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17296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918704" y="382219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79992" y="447141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41280" y="5120640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402568" y="5769864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" y="641908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837944" y="301752"/>
            <a:ext cx="41148" cy="4114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999232" y="95097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160520" y="1600200"/>
            <a:ext cx="25603" cy="25603"/>
          </a:xfrm>
          <a:prstGeom prst="ellipse">
            <a:avLst/>
          </a:prstGeom>
          <a:solidFill>
            <a:srgbClr val="6EC8E6">
              <a:alpha val="6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321808" y="2249424"/>
            <a:ext cx="25603" cy="25603"/>
          </a:xfrm>
          <a:prstGeom prst="ellipse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83096" y="2898648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44384" y="3547872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805672" y="4197096"/>
            <a:ext cx="25603" cy="25603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" y="21945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it any numbers.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finds the order inside.</a:t>
            </a:r>
            <a:endParaRPr lang="en-US" sz="4200" dirty="0"/>
          </a:p>
        </p:txBody>
      </p:sp>
      <p:sp>
        <p:nvSpPr>
          <p:cNvPr id="73" name="Text 71"/>
          <p:cNvSpPr/>
          <p:nvPr/>
        </p:nvSpPr>
        <p:spPr>
          <a:xfrm>
            <a:off x="64008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→ best-fit AP / GP / HP → exact midpoint solution. That is the collective use case.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OMNIBAL AutoFit · Kumaran Kanniappan</a:t>
            </a:r>
            <a:pPr indent="0" marL="0">
              <a:buNone/>
            </a:pPr>
            <a:r>
              <a:rPr lang="en-US" sz="14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machine-verified ·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2026-07-18T11:49:24Z</dcterms:created>
  <dcterms:modified xsi:type="dcterms:W3CDTF">2026-07-18T11:49:24Z</dcterms:modified>
</cp:coreProperties>
</file>